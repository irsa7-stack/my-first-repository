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3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1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4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55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2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9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3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9777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67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9055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28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85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6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8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Information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OOP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dirty="0" smtClean="0"/>
              <a:t>anages </a:t>
            </a:r>
            <a:r>
              <a:rPr dirty="0"/>
              <a:t>student records </a:t>
            </a:r>
            <a:r>
              <a:rPr lang="en-US" dirty="0" smtClean="0"/>
              <a:t>efficiently. </a:t>
            </a:r>
            <a:endParaRPr dirty="0"/>
          </a:p>
          <a:p>
            <a:r>
              <a:rPr lang="en-US" dirty="0"/>
              <a:t>S</a:t>
            </a:r>
            <a:r>
              <a:rPr dirty="0" smtClean="0"/>
              <a:t>tore</a:t>
            </a:r>
            <a:r>
              <a:rPr lang="en-US" dirty="0" smtClean="0"/>
              <a:t>s</a:t>
            </a:r>
            <a:r>
              <a:rPr dirty="0" smtClean="0"/>
              <a:t>, update</a:t>
            </a:r>
            <a:r>
              <a:rPr lang="en-US" dirty="0" smtClean="0"/>
              <a:t>s</a:t>
            </a:r>
            <a:r>
              <a:rPr dirty="0" smtClean="0"/>
              <a:t>, </a:t>
            </a:r>
            <a:r>
              <a:rPr dirty="0"/>
              <a:t>and </a:t>
            </a:r>
            <a:r>
              <a:rPr dirty="0" smtClean="0"/>
              <a:t>display</a:t>
            </a:r>
            <a:r>
              <a:rPr lang="en-US" dirty="0" smtClean="0"/>
              <a:t>s data/</a:t>
            </a:r>
            <a:r>
              <a:rPr dirty="0" smtClean="0"/>
              <a:t>student information</a:t>
            </a:r>
            <a:r>
              <a:rPr lang="en-US" dirty="0" smtClean="0"/>
              <a:t>.</a:t>
            </a:r>
            <a:endParaRPr lang="en-US" dirty="0"/>
          </a:p>
          <a:p>
            <a:r>
              <a:rPr dirty="0" smtClean="0"/>
              <a:t> It </a:t>
            </a:r>
            <a:r>
              <a:rPr dirty="0"/>
              <a:t>reduces manual </a:t>
            </a:r>
            <a:r>
              <a:rPr dirty="0" smtClean="0"/>
              <a:t>work</a:t>
            </a:r>
            <a:r>
              <a:rPr lang="en-US" dirty="0" smtClean="0"/>
              <a:t> and errors</a:t>
            </a:r>
            <a:r>
              <a:rPr dirty="0" smtClean="0"/>
              <a:t> </a:t>
            </a:r>
            <a:r>
              <a:rPr dirty="0"/>
              <a:t>in institutes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 smtClean="0"/>
              <a:t>Saves time and improves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Earlier, records were stored in registers.</a:t>
            </a:r>
          </a:p>
          <a:p>
            <a:r>
              <a:rPr lang="en-US" dirty="0" smtClean="0"/>
              <a:t>Difficult to update and maintain. </a:t>
            </a:r>
            <a:endParaRPr dirty="0" smtClean="0"/>
          </a:p>
          <a:p>
            <a:r>
              <a:rPr lang="en-US" dirty="0" smtClean="0"/>
              <a:t>High chances of data loss and mistakes. </a:t>
            </a:r>
          </a:p>
          <a:p>
            <a:r>
              <a:rPr lang="en-US" dirty="0" smtClean="0"/>
              <a:t>Modern systems use digital solutions.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Classes and </a:t>
            </a:r>
            <a:r>
              <a:rPr dirty="0" smtClean="0"/>
              <a:t>Objects</a:t>
            </a:r>
            <a:r>
              <a:rPr lang="en-US" dirty="0" smtClean="0"/>
              <a:t>: Structure of program</a:t>
            </a:r>
            <a:endParaRPr dirty="0"/>
          </a:p>
          <a:p>
            <a:r>
              <a:rPr dirty="0" smtClean="0"/>
              <a:t>Inheritance</a:t>
            </a:r>
            <a:r>
              <a:rPr lang="en-US" dirty="0" smtClean="0"/>
              <a:t>: Code reusability </a:t>
            </a:r>
            <a:endParaRPr dirty="0"/>
          </a:p>
          <a:p>
            <a:r>
              <a:rPr dirty="0" smtClean="0"/>
              <a:t>Encapsulation</a:t>
            </a:r>
            <a:r>
              <a:rPr lang="en-US" dirty="0" smtClean="0"/>
              <a:t>: Data security</a:t>
            </a:r>
            <a:endParaRPr dirty="0"/>
          </a:p>
          <a:p>
            <a:r>
              <a:rPr dirty="0" smtClean="0"/>
              <a:t>Arrays</a:t>
            </a:r>
            <a:r>
              <a:rPr lang="en-US" dirty="0" smtClean="0"/>
              <a:t>: Store multiple records </a:t>
            </a:r>
            <a:endParaRPr dirty="0"/>
          </a:p>
          <a:p>
            <a:r>
              <a:rPr dirty="0" smtClean="0"/>
              <a:t>Functions</a:t>
            </a:r>
            <a:r>
              <a:rPr lang="en-US" dirty="0" smtClean="0"/>
              <a:t>: Perform specific tasks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Enter number of </a:t>
            </a:r>
            <a:r>
              <a:rPr dirty="0" smtClean="0"/>
              <a:t>students</a:t>
            </a:r>
            <a:r>
              <a:rPr lang="en-US" dirty="0" smtClean="0"/>
              <a:t>. </a:t>
            </a:r>
            <a:endParaRPr dirty="0"/>
          </a:p>
          <a:p>
            <a:r>
              <a:rPr dirty="0"/>
              <a:t>Input student </a:t>
            </a:r>
            <a:r>
              <a:rPr dirty="0" smtClean="0"/>
              <a:t>details</a:t>
            </a:r>
            <a:r>
              <a:rPr lang="en-US" dirty="0" smtClean="0"/>
              <a:t> (name, ID, marks).</a:t>
            </a:r>
            <a:endParaRPr dirty="0"/>
          </a:p>
          <a:p>
            <a:r>
              <a:rPr dirty="0"/>
              <a:t>Store data in </a:t>
            </a:r>
            <a:r>
              <a:rPr dirty="0" smtClean="0"/>
              <a:t>array</a:t>
            </a:r>
            <a:r>
              <a:rPr lang="en-US" dirty="0" smtClean="0"/>
              <a:t>. </a:t>
            </a:r>
            <a:endParaRPr dirty="0"/>
          </a:p>
          <a:p>
            <a:r>
              <a:rPr dirty="0"/>
              <a:t>Display </a:t>
            </a:r>
            <a:r>
              <a:rPr lang="en-US" dirty="0" smtClean="0"/>
              <a:t>and manage </a:t>
            </a:r>
            <a:r>
              <a:rPr dirty="0" smtClean="0"/>
              <a:t>student records</a:t>
            </a:r>
            <a:r>
              <a:rPr lang="en-US" dirty="0" smtClean="0"/>
              <a:t>.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shows use of OOP in real life.</a:t>
            </a:r>
          </a:p>
          <a:p>
            <a:r>
              <a:rPr lang="en-US" dirty="0" smtClean="0"/>
              <a:t>M</a:t>
            </a:r>
            <a:r>
              <a:rPr dirty="0" smtClean="0"/>
              <a:t>akes </a:t>
            </a:r>
            <a:r>
              <a:rPr dirty="0"/>
              <a:t>data handling </a:t>
            </a:r>
            <a:r>
              <a:rPr lang="en-US" dirty="0" smtClean="0"/>
              <a:t>simple and fast. </a:t>
            </a:r>
          </a:p>
          <a:p>
            <a:r>
              <a:rPr lang="en-US" dirty="0" smtClean="0"/>
              <a:t>Can be improved with file handling. </a:t>
            </a:r>
            <a:endParaRPr dirty="0"/>
          </a:p>
          <a:p>
            <a:r>
              <a:rPr dirty="0"/>
              <a:t>Future: </a:t>
            </a:r>
            <a:r>
              <a:rPr lang="en-US" dirty="0" smtClean="0"/>
              <a:t>GUI, databases, search features.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163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Student Information System</vt:lpstr>
      <vt:lpstr>Introduction</vt:lpstr>
      <vt:lpstr>Background</vt:lpstr>
      <vt:lpstr>Concepts Used</vt:lpstr>
      <vt:lpstr>Working</vt:lpstr>
      <vt:lpstr>Conclusion &amp; Future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Information System</dc:title>
  <dc:subject/>
  <dc:creator>Maryem Abeeha rehan</dc:creator>
  <cp:keywords/>
  <dc:description>generated using python-pptx</dc:description>
  <cp:lastModifiedBy>Maryem Abeeha rehan</cp:lastModifiedBy>
  <cp:revision>5</cp:revision>
  <dcterms:created xsi:type="dcterms:W3CDTF">2013-01-27T09:14:16Z</dcterms:created>
  <dcterms:modified xsi:type="dcterms:W3CDTF">2026-04-05T13:59:36Z</dcterms:modified>
  <cp:category/>
</cp:coreProperties>
</file>